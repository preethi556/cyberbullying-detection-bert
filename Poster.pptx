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
  </p:notesMasterIdLst>
  <p:sldIdLst>
    <p:sldId id="256" r:id="rId2"/>
  </p:sldIdLst>
  <p:sldSz cx="11430000" cy="17373600"/>
  <p:notesSz cx="6880225" cy="92964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80" userDrawn="1">
          <p15:clr>
            <a:srgbClr val="A4A3A4"/>
          </p15:clr>
        </p15:guide>
        <p15:guide id="2" pos="35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284C9-C05E-4C65-A1E4-946285866BFE}" v="2" dt="2025-05-07T12:25:58.955"/>
    <p1510:client id="{B3C76478-6F59-4DFB-A767-2FBF8058E658}" v="12" dt="2025-05-07T21:24:29.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50" d="100"/>
          <a:sy n="50" d="100"/>
        </p:scale>
        <p:origin x="1380" y="24"/>
      </p:cViewPr>
      <p:guideLst>
        <p:guide orient="horz" pos="5480"/>
        <p:guide pos="35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3CDC55D7-4628-4557-B65C-0FC1BD30EBB9}" type="datetimeFigureOut">
              <a:rPr lang="en-US" smtClean="0"/>
              <a:t>5/8/2025</a:t>
            </a:fld>
            <a:endParaRPr lang="en-US"/>
          </a:p>
        </p:txBody>
      </p:sp>
      <p:sp>
        <p:nvSpPr>
          <p:cNvPr id="4" name="Slide Image Placeholder 3"/>
          <p:cNvSpPr>
            <a:spLocks noGrp="1" noRot="1" noChangeAspect="1"/>
          </p:cNvSpPr>
          <p:nvPr>
            <p:ph type="sldImg" idx="2"/>
          </p:nvPr>
        </p:nvSpPr>
        <p:spPr>
          <a:xfrm>
            <a:off x="2409825" y="1162050"/>
            <a:ext cx="2062163"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CB6465B3-E5F8-45EB-BFF4-21A438A734D6}" type="slidenum">
              <a:rPr lang="en-US" smtClean="0"/>
              <a:t>‹#›</a:t>
            </a:fld>
            <a:endParaRPr lang="en-US"/>
          </a:p>
        </p:txBody>
      </p:sp>
    </p:spTree>
    <p:extLst>
      <p:ext uri="{BB962C8B-B14F-4D97-AF65-F5344CB8AC3E}">
        <p14:creationId xmlns:p14="http://schemas.microsoft.com/office/powerpoint/2010/main" val="397414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57250" y="2843319"/>
            <a:ext cx="9715500" cy="6048587"/>
          </a:xfrm>
        </p:spPr>
        <p:txBody>
          <a:bodyPr anchor="b"/>
          <a:lstStyle>
            <a:lvl1pPr algn="ctr">
              <a:defRPr sz="7500"/>
            </a:lvl1pPr>
          </a:lstStyle>
          <a:p>
            <a:r>
              <a:rPr lang="en-US"/>
              <a:t>Click to edit Master title style</a:t>
            </a:r>
            <a:endParaRPr lang="en-US" dirty="0"/>
          </a:p>
        </p:txBody>
      </p:sp>
      <p:sp>
        <p:nvSpPr>
          <p:cNvPr id="3" name="Subtitle 2"/>
          <p:cNvSpPr>
            <a:spLocks noGrp="1"/>
          </p:cNvSpPr>
          <p:nvPr>
            <p:ph type="subTitle" idx="1"/>
          </p:nvPr>
        </p:nvSpPr>
        <p:spPr>
          <a:xfrm>
            <a:off x="1428750" y="9125163"/>
            <a:ext cx="8572500" cy="4194597"/>
          </a:xfrm>
        </p:spPr>
        <p:txBody>
          <a:bodyPr/>
          <a:lstStyle>
            <a:lvl1pPr marL="0" indent="0" algn="ctr">
              <a:buNone/>
              <a:defRPr sz="3000"/>
            </a:lvl1pPr>
            <a:lvl2pPr marL="571500" indent="0" algn="ctr">
              <a:buNone/>
              <a:defRPr sz="2500"/>
            </a:lvl2pPr>
            <a:lvl3pPr marL="1143000" indent="0" algn="ctr">
              <a:buNone/>
              <a:defRPr sz="2250"/>
            </a:lvl3pPr>
            <a:lvl4pPr marL="1714500" indent="0" algn="ctr">
              <a:buNone/>
              <a:defRPr sz="2000"/>
            </a:lvl4pPr>
            <a:lvl5pPr marL="2286000" indent="0" algn="ctr">
              <a:buNone/>
              <a:defRPr sz="2000"/>
            </a:lvl5pPr>
            <a:lvl6pPr marL="2857500" indent="0" algn="ctr">
              <a:buNone/>
              <a:defRPr sz="2000"/>
            </a:lvl6pPr>
            <a:lvl7pPr marL="3429000" indent="0" algn="ctr">
              <a:buNone/>
              <a:defRPr sz="2000"/>
            </a:lvl7pPr>
            <a:lvl8pPr marL="4000500" indent="0" algn="ctr">
              <a:buNone/>
              <a:defRPr sz="2000"/>
            </a:lvl8pPr>
            <a:lvl9pPr marL="45720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D832C3-824A-4225-90D1-BCA2DDB681F3}"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832C3-824A-4225-90D1-BCA2DDB681F3}"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79860" y="4331340"/>
            <a:ext cx="9858375" cy="7226934"/>
          </a:xfrm>
        </p:spPr>
        <p:txBody>
          <a:bodyPr anchor="b"/>
          <a:lstStyle>
            <a:lvl1pPr>
              <a:defRPr sz="7500"/>
            </a:lvl1pPr>
          </a:lstStyle>
          <a:p>
            <a:r>
              <a:rPr lang="en-US"/>
              <a:t>Click to edit Master title style</a:t>
            </a:r>
            <a:endParaRPr lang="en-US" dirty="0"/>
          </a:p>
        </p:txBody>
      </p:sp>
      <p:sp>
        <p:nvSpPr>
          <p:cNvPr id="3" name="Text Placeholder 2"/>
          <p:cNvSpPr>
            <a:spLocks noGrp="1"/>
          </p:cNvSpPr>
          <p:nvPr>
            <p:ph type="body" idx="1"/>
          </p:nvPr>
        </p:nvSpPr>
        <p:spPr>
          <a:xfrm>
            <a:off x="779860" y="11626643"/>
            <a:ext cx="9858375" cy="3800474"/>
          </a:xfrm>
        </p:spPr>
        <p:txBody>
          <a:bodyPr/>
          <a:lstStyle>
            <a:lvl1pPr marL="0" indent="0">
              <a:buNone/>
              <a:defRPr sz="3000">
                <a:solidFill>
                  <a:schemeClr val="tx1"/>
                </a:solidFill>
              </a:defRPr>
            </a:lvl1pPr>
            <a:lvl2pPr marL="571500" indent="0">
              <a:buNone/>
              <a:defRPr sz="2500">
                <a:solidFill>
                  <a:schemeClr val="tx1">
                    <a:tint val="75000"/>
                  </a:schemeClr>
                </a:solidFill>
              </a:defRPr>
            </a:lvl2pPr>
            <a:lvl3pPr marL="1143000" indent="0">
              <a:buNone/>
              <a:defRPr sz="2250">
                <a:solidFill>
                  <a:schemeClr val="tx1">
                    <a:tint val="75000"/>
                  </a:schemeClr>
                </a:solidFill>
              </a:defRPr>
            </a:lvl3pPr>
            <a:lvl4pPr marL="1714500" indent="0">
              <a:buNone/>
              <a:defRPr sz="2000">
                <a:solidFill>
                  <a:schemeClr val="tx1">
                    <a:tint val="75000"/>
                  </a:schemeClr>
                </a:solidFill>
              </a:defRPr>
            </a:lvl4pPr>
            <a:lvl5pPr marL="2286000" indent="0">
              <a:buNone/>
              <a:defRPr sz="2000">
                <a:solidFill>
                  <a:schemeClr val="tx1">
                    <a:tint val="75000"/>
                  </a:schemeClr>
                </a:solidFill>
              </a:defRPr>
            </a:lvl5pPr>
            <a:lvl6pPr marL="2857500" indent="0">
              <a:buNone/>
              <a:defRPr sz="2000">
                <a:solidFill>
                  <a:schemeClr val="tx1">
                    <a:tint val="75000"/>
                  </a:schemeClr>
                </a:solidFill>
              </a:defRPr>
            </a:lvl6pPr>
            <a:lvl7pPr marL="3429000" indent="0">
              <a:buNone/>
              <a:defRPr sz="2000">
                <a:solidFill>
                  <a:schemeClr val="tx1">
                    <a:tint val="75000"/>
                  </a:schemeClr>
                </a:solidFill>
              </a:defRPr>
            </a:lvl7pPr>
            <a:lvl8pPr marL="4000500" indent="0">
              <a:buNone/>
              <a:defRPr sz="2000">
                <a:solidFill>
                  <a:schemeClr val="tx1">
                    <a:tint val="75000"/>
                  </a:schemeClr>
                </a:solidFill>
              </a:defRPr>
            </a:lvl8pPr>
            <a:lvl9pPr marL="4572000" indent="0">
              <a:buNone/>
              <a:defRPr sz="20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0D832C3-824A-4225-90D1-BCA2DDB681F3}"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85813" y="4624916"/>
            <a:ext cx="4857750" cy="110233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86438" y="4624916"/>
            <a:ext cx="4857750" cy="110233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D832C3-824A-4225-90D1-BCA2DDB681F3}"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87301" y="924987"/>
            <a:ext cx="9858375" cy="3358093"/>
          </a:xfrm>
        </p:spPr>
        <p:txBody>
          <a:bodyPr/>
          <a:lstStyle/>
          <a:p>
            <a:r>
              <a:rPr lang="en-US"/>
              <a:t>Click to edit Master title style</a:t>
            </a:r>
            <a:endParaRPr lang="en-US" dirty="0"/>
          </a:p>
        </p:txBody>
      </p:sp>
      <p:sp>
        <p:nvSpPr>
          <p:cNvPr id="3" name="Text Placeholder 2"/>
          <p:cNvSpPr>
            <a:spLocks noGrp="1"/>
          </p:cNvSpPr>
          <p:nvPr>
            <p:ph type="body" idx="1"/>
          </p:nvPr>
        </p:nvSpPr>
        <p:spPr>
          <a:xfrm>
            <a:off x="787303" y="4258946"/>
            <a:ext cx="4835425" cy="2087244"/>
          </a:xfrm>
        </p:spPr>
        <p:txBody>
          <a:bodyPr anchor="b"/>
          <a:lstStyle>
            <a:lvl1pPr marL="0" indent="0">
              <a:buNone/>
              <a:defRPr sz="3000" b="1"/>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n-US"/>
              <a:t>Edit Master text styles</a:t>
            </a:r>
          </a:p>
        </p:txBody>
      </p:sp>
      <p:sp>
        <p:nvSpPr>
          <p:cNvPr id="4" name="Content Placeholder 3"/>
          <p:cNvSpPr>
            <a:spLocks noGrp="1"/>
          </p:cNvSpPr>
          <p:nvPr>
            <p:ph sz="half" idx="2"/>
          </p:nvPr>
        </p:nvSpPr>
        <p:spPr>
          <a:xfrm>
            <a:off x="787303" y="6346190"/>
            <a:ext cx="4835425" cy="93342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86438" y="4258946"/>
            <a:ext cx="4859239" cy="2087244"/>
          </a:xfrm>
        </p:spPr>
        <p:txBody>
          <a:bodyPr anchor="b"/>
          <a:lstStyle>
            <a:lvl1pPr marL="0" indent="0">
              <a:buNone/>
              <a:defRPr sz="3000" b="1"/>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n-US"/>
              <a:t>Edit Master text styles</a:t>
            </a:r>
          </a:p>
        </p:txBody>
      </p:sp>
      <p:sp>
        <p:nvSpPr>
          <p:cNvPr id="6" name="Content Placeholder 5"/>
          <p:cNvSpPr>
            <a:spLocks noGrp="1"/>
          </p:cNvSpPr>
          <p:nvPr>
            <p:ph sz="quarter" idx="4"/>
          </p:nvPr>
        </p:nvSpPr>
        <p:spPr>
          <a:xfrm>
            <a:off x="5786438" y="6346190"/>
            <a:ext cx="4859239" cy="93342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D832C3-824A-4225-90D1-BCA2DDB681F3}"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D832C3-824A-4225-90D1-BCA2DDB681F3}"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D832C3-824A-4225-90D1-BCA2DDB681F3}"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301" y="1158240"/>
            <a:ext cx="3686473" cy="4053840"/>
          </a:xfrm>
        </p:spPr>
        <p:txBody>
          <a:bodyPr anchor="b"/>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4859238" y="2501480"/>
            <a:ext cx="5786438" cy="12346517"/>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301" y="5212080"/>
            <a:ext cx="3686473" cy="9656023"/>
          </a:xfrm>
        </p:spPr>
        <p:txBody>
          <a:bodyPr/>
          <a:lstStyle>
            <a:lvl1pPr marL="0" indent="0">
              <a:buNone/>
              <a:defRPr sz="2000"/>
            </a:lvl1pPr>
            <a:lvl2pPr marL="571500" indent="0">
              <a:buNone/>
              <a:defRPr sz="1750"/>
            </a:lvl2pPr>
            <a:lvl3pPr marL="1143000" indent="0">
              <a:buNone/>
              <a:defRPr sz="1500"/>
            </a:lvl3pPr>
            <a:lvl4pPr marL="1714500" indent="0">
              <a:buNone/>
              <a:defRPr sz="1250"/>
            </a:lvl4pPr>
            <a:lvl5pPr marL="2286000" indent="0">
              <a:buNone/>
              <a:defRPr sz="1250"/>
            </a:lvl5pPr>
            <a:lvl6pPr marL="2857500" indent="0">
              <a:buNone/>
              <a:defRPr sz="1250"/>
            </a:lvl6pPr>
            <a:lvl7pPr marL="3429000" indent="0">
              <a:buNone/>
              <a:defRPr sz="1250"/>
            </a:lvl7pPr>
            <a:lvl8pPr marL="4000500" indent="0">
              <a:buNone/>
              <a:defRPr sz="1250"/>
            </a:lvl8pPr>
            <a:lvl9pPr marL="4572000" indent="0">
              <a:buNone/>
              <a:defRPr sz="1250"/>
            </a:lvl9pPr>
          </a:lstStyle>
          <a:p>
            <a:pPr lvl="0"/>
            <a:r>
              <a:rPr lang="en-US"/>
              <a:t>Edit Master text styles</a:t>
            </a:r>
          </a:p>
        </p:txBody>
      </p:sp>
      <p:sp>
        <p:nvSpPr>
          <p:cNvPr id="5" name="Date Placeholder 4"/>
          <p:cNvSpPr>
            <a:spLocks noGrp="1"/>
          </p:cNvSpPr>
          <p:nvPr>
            <p:ph type="dt" sz="half" idx="10"/>
          </p:nvPr>
        </p:nvSpPr>
        <p:spPr/>
        <p:txBody>
          <a:bodyPr/>
          <a:lstStyle/>
          <a:p>
            <a:fld id="{00D832C3-824A-4225-90D1-BCA2DDB681F3}"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301" y="1158240"/>
            <a:ext cx="3686473" cy="4053840"/>
          </a:xfrm>
        </p:spPr>
        <p:txBody>
          <a:bodyPr anchor="b"/>
          <a:lstStyle>
            <a:lvl1pPr>
              <a:defRPr sz="4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59238" y="2501480"/>
            <a:ext cx="5786438" cy="12346517"/>
          </a:xfrm>
        </p:spPr>
        <p:txBody>
          <a:bodyPr anchor="t"/>
          <a:lstStyle>
            <a:lvl1pPr marL="0" indent="0">
              <a:buNone/>
              <a:defRPr sz="4000"/>
            </a:lvl1pPr>
            <a:lvl2pPr marL="571500" indent="0">
              <a:buNone/>
              <a:defRPr sz="3500"/>
            </a:lvl2pPr>
            <a:lvl3pPr marL="1143000" indent="0">
              <a:buNone/>
              <a:defRPr sz="3000"/>
            </a:lvl3pPr>
            <a:lvl4pPr marL="1714500" indent="0">
              <a:buNone/>
              <a:defRPr sz="2500"/>
            </a:lvl4pPr>
            <a:lvl5pPr marL="2286000" indent="0">
              <a:buNone/>
              <a:defRPr sz="2500"/>
            </a:lvl5pPr>
            <a:lvl6pPr marL="2857500" indent="0">
              <a:buNone/>
              <a:defRPr sz="2500"/>
            </a:lvl6pPr>
            <a:lvl7pPr marL="3429000" indent="0">
              <a:buNone/>
              <a:defRPr sz="2500"/>
            </a:lvl7pPr>
            <a:lvl8pPr marL="4000500" indent="0">
              <a:buNone/>
              <a:defRPr sz="2500"/>
            </a:lvl8pPr>
            <a:lvl9pPr marL="4572000" indent="0">
              <a:buNone/>
              <a:defRPr sz="2500"/>
            </a:lvl9pPr>
          </a:lstStyle>
          <a:p>
            <a:r>
              <a:rPr lang="en-US"/>
              <a:t>Click icon to add picture</a:t>
            </a:r>
            <a:endParaRPr lang="en-US" dirty="0"/>
          </a:p>
        </p:txBody>
      </p:sp>
      <p:sp>
        <p:nvSpPr>
          <p:cNvPr id="4" name="Text Placeholder 3"/>
          <p:cNvSpPr>
            <a:spLocks noGrp="1"/>
          </p:cNvSpPr>
          <p:nvPr>
            <p:ph type="body" sz="half" idx="2"/>
          </p:nvPr>
        </p:nvSpPr>
        <p:spPr>
          <a:xfrm>
            <a:off x="787301" y="5212080"/>
            <a:ext cx="3686473" cy="9656023"/>
          </a:xfrm>
        </p:spPr>
        <p:txBody>
          <a:bodyPr/>
          <a:lstStyle>
            <a:lvl1pPr marL="0" indent="0">
              <a:buNone/>
              <a:defRPr sz="2000"/>
            </a:lvl1pPr>
            <a:lvl2pPr marL="571500" indent="0">
              <a:buNone/>
              <a:defRPr sz="1750"/>
            </a:lvl2pPr>
            <a:lvl3pPr marL="1143000" indent="0">
              <a:buNone/>
              <a:defRPr sz="1500"/>
            </a:lvl3pPr>
            <a:lvl4pPr marL="1714500" indent="0">
              <a:buNone/>
              <a:defRPr sz="1250"/>
            </a:lvl4pPr>
            <a:lvl5pPr marL="2286000" indent="0">
              <a:buNone/>
              <a:defRPr sz="1250"/>
            </a:lvl5pPr>
            <a:lvl6pPr marL="2857500" indent="0">
              <a:buNone/>
              <a:defRPr sz="1250"/>
            </a:lvl6pPr>
            <a:lvl7pPr marL="3429000" indent="0">
              <a:buNone/>
              <a:defRPr sz="1250"/>
            </a:lvl7pPr>
            <a:lvl8pPr marL="4000500" indent="0">
              <a:buNone/>
              <a:defRPr sz="1250"/>
            </a:lvl8pPr>
            <a:lvl9pPr marL="4572000" indent="0">
              <a:buNone/>
              <a:defRPr sz="1250"/>
            </a:lvl9pPr>
          </a:lstStyle>
          <a:p>
            <a:pPr lvl="0"/>
            <a:r>
              <a:rPr lang="en-US"/>
              <a:t>Edit Master text styles</a:t>
            </a:r>
          </a:p>
        </p:txBody>
      </p:sp>
      <p:sp>
        <p:nvSpPr>
          <p:cNvPr id="5" name="Date Placeholder 4"/>
          <p:cNvSpPr>
            <a:spLocks noGrp="1"/>
          </p:cNvSpPr>
          <p:nvPr>
            <p:ph type="dt" sz="half" idx="10"/>
          </p:nvPr>
        </p:nvSpPr>
        <p:spPr/>
        <p:txBody>
          <a:bodyPr/>
          <a:lstStyle/>
          <a:p>
            <a:fld id="{00D832C3-824A-4225-90D1-BCA2DDB681F3}"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832C3-824A-4225-90D1-BCA2DDB681F3}"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79594" y="924983"/>
            <a:ext cx="2464594" cy="1472332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85813" y="924983"/>
            <a:ext cx="7250906" cy="1472332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832C3-824A-4225-90D1-BCA2DDB681F3}"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E068-3A47-459A-9CCD-BE54DC80981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5813" y="924987"/>
            <a:ext cx="9858375" cy="335809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85813" y="4624916"/>
            <a:ext cx="9858375" cy="1102339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813" y="16102757"/>
            <a:ext cx="2571750" cy="924983"/>
          </a:xfrm>
          <a:prstGeom prst="rect">
            <a:avLst/>
          </a:prstGeom>
        </p:spPr>
        <p:txBody>
          <a:bodyPr vert="horz" lIns="91440" tIns="45720" rIns="91440" bIns="45720" rtlCol="0" anchor="ctr"/>
          <a:lstStyle>
            <a:lvl1pPr algn="l">
              <a:defRPr sz="1500">
                <a:solidFill>
                  <a:schemeClr val="tx1">
                    <a:tint val="75000"/>
                  </a:schemeClr>
                </a:solidFill>
              </a:defRPr>
            </a:lvl1pPr>
          </a:lstStyle>
          <a:p>
            <a:fld id="{00D832C3-824A-4225-90D1-BCA2DDB681F3}" type="datetimeFigureOut">
              <a:rPr lang="en-US" smtClean="0"/>
              <a:t>5/8/2025</a:t>
            </a:fld>
            <a:endParaRPr lang="en-US"/>
          </a:p>
        </p:txBody>
      </p:sp>
      <p:sp>
        <p:nvSpPr>
          <p:cNvPr id="5" name="Footer Placeholder 4"/>
          <p:cNvSpPr>
            <a:spLocks noGrp="1"/>
          </p:cNvSpPr>
          <p:nvPr>
            <p:ph type="ftr" sz="quarter" idx="3"/>
          </p:nvPr>
        </p:nvSpPr>
        <p:spPr>
          <a:xfrm>
            <a:off x="3786188" y="16102757"/>
            <a:ext cx="3857625" cy="924983"/>
          </a:xfrm>
          <a:prstGeom prst="rect">
            <a:avLst/>
          </a:prstGeom>
        </p:spPr>
        <p:txBody>
          <a:bodyPr vert="horz" lIns="91440" tIns="45720" rIns="91440" bIns="45720"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2438" y="16102757"/>
            <a:ext cx="2571750" cy="924983"/>
          </a:xfrm>
          <a:prstGeom prst="rect">
            <a:avLst/>
          </a:prstGeom>
        </p:spPr>
        <p:txBody>
          <a:bodyPr vert="horz" lIns="91440" tIns="45720" rIns="91440" bIns="45720" rtlCol="0" anchor="ctr"/>
          <a:lstStyle>
            <a:lvl1pPr algn="r">
              <a:defRPr sz="1500">
                <a:solidFill>
                  <a:schemeClr val="tx1">
                    <a:tint val="75000"/>
                  </a:schemeClr>
                </a:solidFill>
              </a:defRPr>
            </a:lvl1pPr>
          </a:lstStyle>
          <a:p>
            <a:fld id="{DB72E068-3A47-459A-9CCD-BE54DC80981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143000" rtl="0" eaLnBrk="1" latinLnBrk="0" hangingPunct="1">
        <a:lnSpc>
          <a:spcPct val="90000"/>
        </a:lnSpc>
        <a:spcBef>
          <a:spcPct val="0"/>
        </a:spcBef>
        <a:buNone/>
        <a:defRPr sz="5500" kern="1200">
          <a:solidFill>
            <a:schemeClr val="tx1"/>
          </a:solidFill>
          <a:latin typeface="+mj-lt"/>
          <a:ea typeface="+mj-ea"/>
          <a:cs typeface="+mj-cs"/>
        </a:defRPr>
      </a:lvl1pPr>
    </p:titleStyle>
    <p:bodyStyle>
      <a:lvl1pPr marL="285750" indent="-285750" algn="l" defTabSz="1143000" rtl="0" eaLnBrk="1" latinLnBrk="0" hangingPunct="1">
        <a:lnSpc>
          <a:spcPct val="90000"/>
        </a:lnSpc>
        <a:spcBef>
          <a:spcPts val="1250"/>
        </a:spcBef>
        <a:buFont typeface="Arial" panose="020B0604020202020204" pitchFamily="34" charset="0"/>
        <a:buChar char="•"/>
        <a:defRPr sz="3500" kern="1200">
          <a:solidFill>
            <a:schemeClr val="tx1"/>
          </a:solidFill>
          <a:latin typeface="+mn-lt"/>
          <a:ea typeface="+mn-ea"/>
          <a:cs typeface="+mn-cs"/>
        </a:defRPr>
      </a:lvl1pPr>
      <a:lvl2pPr marL="857250" indent="-285750" algn="l" defTabSz="1143000" rtl="0" eaLnBrk="1" latinLnBrk="0" hangingPunct="1">
        <a:lnSpc>
          <a:spcPct val="90000"/>
        </a:lnSpc>
        <a:spcBef>
          <a:spcPts val="625"/>
        </a:spcBef>
        <a:buFont typeface="Arial" panose="020B0604020202020204" pitchFamily="34" charset="0"/>
        <a:buChar char="•"/>
        <a:defRPr sz="3000" kern="1200">
          <a:solidFill>
            <a:schemeClr val="tx1"/>
          </a:solidFill>
          <a:latin typeface="+mn-lt"/>
          <a:ea typeface="+mn-ea"/>
          <a:cs typeface="+mn-cs"/>
        </a:defRPr>
      </a:lvl2pPr>
      <a:lvl3pPr marL="1428750" indent="-285750" algn="l" defTabSz="1143000" rtl="0" eaLnBrk="1" latinLnBrk="0" hangingPunct="1">
        <a:lnSpc>
          <a:spcPct val="90000"/>
        </a:lnSpc>
        <a:spcBef>
          <a:spcPts val="625"/>
        </a:spcBef>
        <a:buFont typeface="Arial" panose="020B0604020202020204" pitchFamily="34" charset="0"/>
        <a:buChar char="•"/>
        <a:defRPr sz="2500" kern="1200">
          <a:solidFill>
            <a:schemeClr val="tx1"/>
          </a:solidFill>
          <a:latin typeface="+mn-lt"/>
          <a:ea typeface="+mn-ea"/>
          <a:cs typeface="+mn-cs"/>
        </a:defRPr>
      </a:lvl3pPr>
      <a:lvl4pPr marL="20002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4pPr>
      <a:lvl5pPr marL="25717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5pPr>
      <a:lvl6pPr marL="31432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6pPr>
      <a:lvl7pPr marL="37147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7pPr>
      <a:lvl8pPr marL="42862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8pPr>
      <a:lvl9pPr marL="4857750" indent="-285750" algn="l" defTabSz="1143000" rtl="0" eaLnBrk="1" latinLnBrk="0" hangingPunct="1">
        <a:lnSpc>
          <a:spcPct val="90000"/>
        </a:lnSpc>
        <a:spcBef>
          <a:spcPts val="625"/>
        </a:spcBef>
        <a:buFont typeface="Arial" panose="020B0604020202020204" pitchFamily="34" charset="0"/>
        <a:buChar char="•"/>
        <a:defRPr sz="2250" kern="1200">
          <a:solidFill>
            <a:schemeClr val="tx1"/>
          </a:solidFill>
          <a:latin typeface="+mn-lt"/>
          <a:ea typeface="+mn-ea"/>
          <a:cs typeface="+mn-cs"/>
        </a:defRPr>
      </a:lvl9pPr>
    </p:bodyStyle>
    <p:otherStyle>
      <a:defPPr>
        <a:defRPr lang="en-US"/>
      </a:defPPr>
      <a:lvl1pPr marL="0" algn="l" defTabSz="1143000" rtl="0" eaLnBrk="1" latinLnBrk="0" hangingPunct="1">
        <a:defRPr sz="2250" kern="1200">
          <a:solidFill>
            <a:schemeClr val="tx1"/>
          </a:solidFill>
          <a:latin typeface="+mn-lt"/>
          <a:ea typeface="+mn-ea"/>
          <a:cs typeface="+mn-cs"/>
        </a:defRPr>
      </a:lvl1pPr>
      <a:lvl2pPr marL="571500" algn="l" defTabSz="1143000" rtl="0" eaLnBrk="1" latinLnBrk="0" hangingPunct="1">
        <a:defRPr sz="2250" kern="1200">
          <a:solidFill>
            <a:schemeClr val="tx1"/>
          </a:solidFill>
          <a:latin typeface="+mn-lt"/>
          <a:ea typeface="+mn-ea"/>
          <a:cs typeface="+mn-cs"/>
        </a:defRPr>
      </a:lvl2pPr>
      <a:lvl3pPr marL="1143000" algn="l" defTabSz="1143000" rtl="0" eaLnBrk="1" latinLnBrk="0" hangingPunct="1">
        <a:defRPr sz="2250" kern="1200">
          <a:solidFill>
            <a:schemeClr val="tx1"/>
          </a:solidFill>
          <a:latin typeface="+mn-lt"/>
          <a:ea typeface="+mn-ea"/>
          <a:cs typeface="+mn-cs"/>
        </a:defRPr>
      </a:lvl3pPr>
      <a:lvl4pPr marL="1714500" algn="l" defTabSz="1143000" rtl="0" eaLnBrk="1" latinLnBrk="0" hangingPunct="1">
        <a:defRPr sz="2250" kern="1200">
          <a:solidFill>
            <a:schemeClr val="tx1"/>
          </a:solidFill>
          <a:latin typeface="+mn-lt"/>
          <a:ea typeface="+mn-ea"/>
          <a:cs typeface="+mn-cs"/>
        </a:defRPr>
      </a:lvl4pPr>
      <a:lvl5pPr marL="2286000" algn="l" defTabSz="1143000" rtl="0" eaLnBrk="1" latinLnBrk="0" hangingPunct="1">
        <a:defRPr sz="2250" kern="1200">
          <a:solidFill>
            <a:schemeClr val="tx1"/>
          </a:solidFill>
          <a:latin typeface="+mn-lt"/>
          <a:ea typeface="+mn-ea"/>
          <a:cs typeface="+mn-cs"/>
        </a:defRPr>
      </a:lvl5pPr>
      <a:lvl6pPr marL="2857500" algn="l" defTabSz="1143000" rtl="0" eaLnBrk="1" latinLnBrk="0" hangingPunct="1">
        <a:defRPr sz="2250" kern="1200">
          <a:solidFill>
            <a:schemeClr val="tx1"/>
          </a:solidFill>
          <a:latin typeface="+mn-lt"/>
          <a:ea typeface="+mn-ea"/>
          <a:cs typeface="+mn-cs"/>
        </a:defRPr>
      </a:lvl6pPr>
      <a:lvl7pPr marL="3429000" algn="l" defTabSz="1143000" rtl="0" eaLnBrk="1" latinLnBrk="0" hangingPunct="1">
        <a:defRPr sz="2250" kern="1200">
          <a:solidFill>
            <a:schemeClr val="tx1"/>
          </a:solidFill>
          <a:latin typeface="+mn-lt"/>
          <a:ea typeface="+mn-ea"/>
          <a:cs typeface="+mn-cs"/>
        </a:defRPr>
      </a:lvl7pPr>
      <a:lvl8pPr marL="4000500" algn="l" defTabSz="1143000" rtl="0" eaLnBrk="1" latinLnBrk="0" hangingPunct="1">
        <a:defRPr sz="2250" kern="1200">
          <a:solidFill>
            <a:schemeClr val="tx1"/>
          </a:solidFill>
          <a:latin typeface="+mn-lt"/>
          <a:ea typeface="+mn-ea"/>
          <a:cs typeface="+mn-cs"/>
        </a:defRPr>
      </a:lvl8pPr>
      <a:lvl9pPr marL="4572000" algn="l" defTabSz="1143000" rtl="0" eaLnBrk="1" latinLnBrk="0" hangingPunct="1">
        <a:defRPr sz="2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96545" y="1625921"/>
            <a:ext cx="10821035" cy="826676"/>
          </a:xfrm>
          <a:solidFill>
            <a:schemeClr val="accent2"/>
          </a:solidFill>
          <a:ln w="12700">
            <a:solidFill>
              <a:schemeClr val="tx1"/>
            </a:solidFill>
          </a:ln>
        </p:spPr>
        <p:txBody>
          <a:bodyPr>
            <a:noAutofit/>
          </a:bodyPr>
          <a:lstStyle/>
          <a:p>
            <a:pPr algn="just">
              <a:lnSpc>
                <a:spcPct val="100000"/>
              </a:lnSpc>
            </a:pPr>
            <a:r>
              <a:rPr lang="en-US" sz="2400" b="1" dirty="0">
                <a:solidFill>
                  <a:schemeClr val="tx1"/>
                </a:solidFill>
                <a:latin typeface="Times New Roman" panose="02020603050405020304" pitchFamily="18" charset="0"/>
                <a:cs typeface="Times New Roman" panose="02020603050405020304" pitchFamily="18" charset="0"/>
              </a:rPr>
              <a:t>CYBERBULLYING DETECTION USING BIDIRECTIONAL ENCODER REPRESENTATIONS FROM TRANSFORMERS MULTIMODEL ASPECTS</a:t>
            </a:r>
          </a:p>
        </p:txBody>
      </p:sp>
      <p:sp>
        <p:nvSpPr>
          <p:cNvPr id="7" name="TextBox 6"/>
          <p:cNvSpPr txBox="1"/>
          <p:nvPr/>
        </p:nvSpPr>
        <p:spPr>
          <a:xfrm>
            <a:off x="303375" y="2778589"/>
            <a:ext cx="10822460" cy="1846659"/>
          </a:xfrm>
          <a:prstGeom prst="rect">
            <a:avLst/>
          </a:prstGeom>
          <a:noFill/>
          <a:ln w="12700">
            <a:solidFill>
              <a:schemeClr val="tx1"/>
            </a:solidFill>
          </a:ln>
        </p:spPr>
        <p:txBody>
          <a:bodyPr wrap="square" rtlCol="0">
            <a:spAutoFit/>
          </a:bodyPr>
          <a:lstStyle/>
          <a:p>
            <a:pPr lvl="0" eaLnBrk="0" fontAlgn="base" hangingPunct="0">
              <a:spcBef>
                <a:spcPct val="0"/>
              </a:spcBef>
              <a:spcAft>
                <a:spcPct val="0"/>
              </a:spcAft>
            </a:pPr>
            <a:r>
              <a:rPr lang="en-US" b="1" dirty="0">
                <a:solidFill>
                  <a:schemeClr val="tx1"/>
                </a:solidFill>
                <a:latin typeface="Times New Roman" panose="02020603050405020304" pitchFamily="18" charset="0"/>
                <a:cs typeface="Times New Roman" panose="02020603050405020304" pitchFamily="18" charset="0"/>
              </a:rPr>
              <a:t>NAME OF THE STUDENTS     </a:t>
            </a:r>
            <a:r>
              <a:rPr lang="en-US" sz="2400" b="1"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HEMASREE.G</a:t>
            </a:r>
            <a:r>
              <a:rPr lang="en-IN" altLang="en-US" b="1" dirty="0">
                <a:solidFill>
                  <a:schemeClr val="tx1"/>
                </a:solidFill>
                <a:latin typeface="Times New Roman" panose="02020603050405020304" pitchFamily="18"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21TH0140</a:t>
            </a:r>
            <a:r>
              <a:rPr lang="en-IN" altLang="en-US" b="1"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PREETHI.R </a:t>
            </a:r>
            <a:r>
              <a:rPr lang="en-IN" altLang="en-US" b="1" dirty="0">
                <a:solidFill>
                  <a:schemeClr val="tx1"/>
                </a:solidFill>
                <a:latin typeface="Times New Roman" panose="02020603050405020304" pitchFamily="18" charset="0"/>
                <a:cs typeface="Times New Roman" panose="02020603050405020304" pitchFamily="18" charset="0"/>
              </a:rPr>
              <a:t>(</a:t>
            </a:r>
            <a:r>
              <a:rPr lang="en-US" altLang="en-US" b="1" dirty="0">
                <a:solidFill>
                  <a:schemeClr val="tx1"/>
                </a:solidFill>
                <a:latin typeface="Times New Roman" panose="02020603050405020304" pitchFamily="18" charset="0"/>
                <a:cs typeface="Times New Roman" panose="02020603050405020304" pitchFamily="18" charset="0"/>
              </a:rPr>
              <a:t>21TH0171</a:t>
            </a:r>
            <a:r>
              <a:rPr lang="en-IN" altLang="en-US" b="1" dirty="0">
                <a:solidFill>
                  <a:schemeClr val="tx1"/>
                </a:solidFill>
                <a:latin typeface="Times New Roman" panose="02020603050405020304" pitchFamily="18" charset="0"/>
                <a:cs typeface="Times New Roman" panose="02020603050405020304" pitchFamily="18" charset="0"/>
              </a:rPr>
              <a:t>)</a:t>
            </a:r>
            <a:r>
              <a:rPr lang="en-US" altLang="en-US" b="1" dirty="0">
                <a:latin typeface="Times New Roman" panose="02020603050405020304" pitchFamily="18" charset="0"/>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                                                          AFRETHA.B </a:t>
            </a:r>
            <a:r>
              <a:rPr lang="en-IN" altLang="en-US" b="1" dirty="0">
                <a:solidFill>
                  <a:schemeClr val="tx1"/>
                </a:solidFill>
                <a:latin typeface="Times New Roman" panose="02020603050405020304" pitchFamily="18" charset="0"/>
                <a:cs typeface="Times New Roman" panose="02020603050405020304" pitchFamily="18" charset="0"/>
              </a:rPr>
              <a:t>(21TH0105) </a:t>
            </a:r>
            <a:endParaRPr lang="en-US" altLang="en-US" b="1" dirty="0">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DEPARTMENT / YEAR / SEC  </a:t>
            </a:r>
            <a:r>
              <a:rPr lang="en-US" sz="2400"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INFORMATION TECHNOLOGY/ IV / A</a:t>
            </a:r>
            <a:r>
              <a:rPr lang="en-US" sz="2400" b="1"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NAME OF THE GUIDE             </a:t>
            </a:r>
            <a:r>
              <a:rPr lang="en-US" sz="2400" b="1" dirty="0">
                <a:latin typeface="Times New Roman" panose="02020603050405020304" pitchFamily="18" charset="0"/>
                <a:cs typeface="Times New Roman" panose="02020603050405020304" pitchFamily="18" charset="0"/>
              </a:rPr>
              <a:t>:</a:t>
            </a:r>
            <a:r>
              <a:rPr lang="en-US" sz="2400" b="1" dirty="0">
                <a:solidFill>
                  <a:schemeClr val="tx1"/>
                </a:solidFill>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a:t>
            </a:r>
            <a:r>
              <a:rPr lang="en-US" b="1" dirty="0" err="1">
                <a:solidFill>
                  <a:schemeClr val="tx1"/>
                </a:solidFill>
                <a:latin typeface="Times New Roman" panose="02020603050405020304" pitchFamily="18" charset="0"/>
                <a:cs typeface="Times New Roman" panose="02020603050405020304" pitchFamily="18" charset="0"/>
              </a:rPr>
              <a:t>r.A.</a:t>
            </a:r>
            <a:r>
              <a:rPr lang="en-US" b="1" dirty="0" err="1">
                <a:latin typeface="Times New Roman" panose="02020603050405020304" pitchFamily="18" charset="0"/>
                <a:cs typeface="Times New Roman" panose="02020603050405020304" pitchFamily="18" charset="0"/>
              </a:rPr>
              <a:t>SANKARAN,</a:t>
            </a:r>
            <a:r>
              <a:rPr lang="en-US" altLang="en-US" b="1" dirty="0" err="1">
                <a:solidFill>
                  <a:schemeClr val="tx1"/>
                </a:solidFill>
                <a:latin typeface="Times New Roman" panose="02020603050405020304" pitchFamily="18" charset="0"/>
                <a:cs typeface="Times New Roman" panose="02020603050405020304" pitchFamily="18" charset="0"/>
              </a:rPr>
              <a:t>M.</a:t>
            </a:r>
            <a:r>
              <a:rPr lang="en-US" altLang="en-US" b="1" dirty="0" err="1">
                <a:latin typeface="Times New Roman" panose="02020603050405020304" pitchFamily="18" charset="0"/>
                <a:cs typeface="Times New Roman" panose="02020603050405020304" pitchFamily="18" charset="0"/>
              </a:rPr>
              <a:t>E</a:t>
            </a:r>
            <a:r>
              <a:rPr lang="en-US" altLang="en-US" b="1" dirty="0">
                <a:latin typeface="Times New Roman" panose="02020603050405020304" pitchFamily="18" charset="0"/>
                <a:cs typeface="Times New Roman" panose="02020603050405020304" pitchFamily="18" charset="0"/>
              </a:rPr>
              <a:t>.,(</a:t>
            </a:r>
            <a:r>
              <a:rPr lang="en-US" altLang="en-US" b="1" dirty="0" err="1">
                <a:solidFill>
                  <a:schemeClr val="tx1"/>
                </a:solidFill>
                <a:latin typeface="Times New Roman" panose="02020603050405020304" pitchFamily="18" charset="0"/>
                <a:cs typeface="Times New Roman" panose="02020603050405020304" pitchFamily="18" charset="0"/>
              </a:rPr>
              <a:t>Ph.D</a:t>
            </a:r>
            <a:r>
              <a:rPr lang="en-US" altLang="en-US" b="1" dirty="0">
                <a:solidFill>
                  <a:schemeClr val="tx1"/>
                </a:solidFill>
                <a:latin typeface="Times New Roman" panose="02020603050405020304" pitchFamily="18" charset="0"/>
                <a:cs typeface="Times New Roman" panose="02020603050405020304" pitchFamily="18" charset="0"/>
              </a:rPr>
              <a:t>)</a:t>
            </a:r>
          </a:p>
          <a:p>
            <a:r>
              <a:rPr lang="en-US" altLang="en-US" b="1" dirty="0">
                <a:solidFill>
                  <a:schemeClr val="tx1"/>
                </a:solidFill>
                <a:latin typeface="Times New Roman" panose="02020603050405020304" pitchFamily="18" charset="0"/>
                <a:cs typeface="Times New Roman" panose="02020603050405020304" pitchFamily="18" charset="0"/>
              </a:rPr>
              <a:t>BATCH                                         </a:t>
            </a:r>
            <a:r>
              <a:rPr lang="en-US" altLang="en-US" sz="2400" b="1" dirty="0">
                <a:solidFill>
                  <a:schemeClr val="tx1"/>
                </a:solidFill>
                <a:latin typeface="Times New Roman" panose="02020603050405020304" pitchFamily="18"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2021-2025   </a:t>
            </a:r>
            <a:r>
              <a:rPr lang="en-US" altLang="en-US" sz="1600" b="1" dirty="0">
                <a:solidFill>
                  <a:schemeClr val="tx1"/>
                </a:solidFill>
                <a:latin typeface="Times New Roman" panose="02020603050405020304" pitchFamily="18" charset="0"/>
                <a:cs typeface="Times New Roman" panose="02020603050405020304" pitchFamily="18" charset="0"/>
              </a:rPr>
              <a:t>                                                                                   </a:t>
            </a:r>
            <a:r>
              <a:rPr lang="en-US" altLang="en-US" b="1" dirty="0">
                <a:solidFill>
                  <a:schemeClr val="tx1"/>
                </a:solidFill>
                <a:latin typeface="Times New Roman" panose="02020603050405020304" pitchFamily="18" charset="0"/>
                <a:cs typeface="Times New Roman" panose="02020603050405020304" pitchFamily="18" charset="0"/>
              </a:rPr>
              <a:t>BATCH </a:t>
            </a:r>
            <a:r>
              <a:rPr lang="en-US" altLang="en-US" b="1" dirty="0">
                <a:latin typeface="Times New Roman" panose="02020603050405020304" pitchFamily="18" charset="0"/>
                <a:cs typeface="Times New Roman" panose="02020603050405020304" pitchFamily="18" charset="0"/>
              </a:rPr>
              <a:t>NO</a:t>
            </a:r>
            <a:r>
              <a:rPr lang="en-US" altLang="en-US" b="1" dirty="0">
                <a:solidFill>
                  <a:schemeClr val="tx1"/>
                </a:solidFill>
                <a:latin typeface="Times New Roman" panose="02020603050405020304" pitchFamily="18" charset="0"/>
                <a:cs typeface="Times New Roman" panose="02020603050405020304" pitchFamily="18" charset="0"/>
              </a:rPr>
              <a:t>: A-12</a:t>
            </a:r>
          </a:p>
        </p:txBody>
      </p:sp>
      <p:sp>
        <p:nvSpPr>
          <p:cNvPr id="23" name="TextBox 22"/>
          <p:cNvSpPr txBox="1"/>
          <p:nvPr/>
        </p:nvSpPr>
        <p:spPr>
          <a:xfrm>
            <a:off x="296545" y="4769434"/>
            <a:ext cx="10829290" cy="2656840"/>
          </a:xfrm>
          <a:prstGeom prst="rect">
            <a:avLst/>
          </a:prstGeom>
          <a:solidFill>
            <a:schemeClr val="accent5">
              <a:lumMod val="60000"/>
              <a:lumOff val="40000"/>
            </a:schemeClr>
          </a:solidFill>
          <a:ln w="12700">
            <a:solidFill>
              <a:schemeClr val="tx1"/>
            </a:solidFill>
          </a:ln>
        </p:spPr>
        <p:txBody>
          <a:bodyPr wrap="square" rtlCol="0">
            <a:noAutofit/>
          </a:bodyPr>
          <a:lstStyle/>
          <a:p>
            <a:pPr algn="ctr">
              <a:lnSpc>
                <a:spcPct val="150000"/>
              </a:lnSpc>
            </a:pPr>
            <a:r>
              <a:rPr lang="en-IN" altLang="en-US" b="1" dirty="0">
                <a:latin typeface="Times New Roman" panose="02020603050405020304" pitchFamily="18" charset="0"/>
                <a:cs typeface="Times New Roman" panose="02020603050405020304" pitchFamily="18" charset="0"/>
              </a:rPr>
              <a:t>ABSTRACT</a:t>
            </a:r>
            <a:endParaRPr lang="en-US" altLang="en-US" sz="1600" dirty="0">
              <a:latin typeface="Times New Roman" panose="02020603050405020304" pitchFamily="18" charset="0"/>
              <a:cs typeface="Times New Roman" panose="02020603050405020304" pitchFamily="18" charset="0"/>
            </a:endParaRPr>
          </a:p>
          <a:p>
            <a:pPr algn="just">
              <a:buNone/>
            </a:pPr>
            <a:r>
              <a:rPr lang="en-US" sz="1600" dirty="0">
                <a:latin typeface="Times New Roman" panose="02020603050405020304" pitchFamily="18" charset="0"/>
                <a:cs typeface="Times New Roman" panose="02020603050405020304" pitchFamily="18" charset="0"/>
              </a:rPr>
              <a:t>This project presents a real-time multimodal cyberbullying detection system for a web chat application, leveraging BERT, TF-IDF SVM, and CNN to analyze text, emojis, and images. Users can send messages with emojis and images, the system detects offensive content through preprocessing and feature extraction using a hybrid of NLP and deep learning models. A late fusion method combines the outputs for final classification. On the sender side, abusive words are highlighted in red to warn the sender, while non-bullying content appears in blue. The receiver, however, only receives safe (blue) messages bullying content is blocked entirely. The admin panel logs all red-flagged content and sends alerts to both sender and receiver. Receivers are notified of blocked abusive attempts and can file complaints using stored data. This project offers an intelligent, privacy-conscious solution to cyberbullying, aiming to protect users, prevent harm before it happens, and support accountability in online communication. </a:t>
            </a:r>
            <a:endParaRPr lang="en-US" altLang="en-US" sz="1600" dirty="0">
              <a:latin typeface="Times New Roman" panose="02020603050405020304" pitchFamily="18" charset="0"/>
              <a:cs typeface="Times New Roman" panose="02020603050405020304" pitchFamily="18" charset="0"/>
            </a:endParaRPr>
          </a:p>
        </p:txBody>
      </p:sp>
      <p:grpSp>
        <p:nvGrpSpPr>
          <p:cNvPr id="9" name="Group 8"/>
          <p:cNvGrpSpPr/>
          <p:nvPr/>
        </p:nvGrpSpPr>
        <p:grpSpPr>
          <a:xfrm>
            <a:off x="273412" y="7644106"/>
            <a:ext cx="5298440" cy="4578760"/>
            <a:chOff x="479" y="13970"/>
            <a:chExt cx="8344" cy="6847"/>
          </a:xfrm>
        </p:grpSpPr>
        <p:sp>
          <p:nvSpPr>
            <p:cNvPr id="5" name="Rectangle 4"/>
            <p:cNvSpPr/>
            <p:nvPr/>
          </p:nvSpPr>
          <p:spPr>
            <a:xfrm>
              <a:off x="479" y="13970"/>
              <a:ext cx="8344" cy="68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
            <p:cNvSpPr txBox="1"/>
            <p:nvPr/>
          </p:nvSpPr>
          <p:spPr>
            <a:xfrm>
              <a:off x="481" y="14036"/>
              <a:ext cx="8342" cy="694"/>
            </a:xfrm>
            <a:prstGeom prst="rect">
              <a:avLst/>
            </a:prstGeom>
            <a:noFill/>
          </p:spPr>
          <p:txBody>
            <a:bodyPr wrap="square" rtlCol="0">
              <a:noAutofit/>
            </a:bodyPr>
            <a:lstStyle/>
            <a:p>
              <a:pPr algn="ctr"/>
              <a:r>
                <a:rPr lang="en-US" b="1" dirty="0">
                  <a:solidFill>
                    <a:srgbClr val="FF3B00"/>
                  </a:solidFill>
                  <a:latin typeface="Times New Roman" panose="02020603050405020304" pitchFamily="18" charset="0"/>
                  <a:cs typeface="Times New Roman" panose="02020603050405020304" pitchFamily="18" charset="0"/>
                </a:rPr>
                <a:t>EXISTING SYSTEM</a:t>
              </a:r>
            </a:p>
          </p:txBody>
        </p:sp>
      </p:grpSp>
      <p:sp>
        <p:nvSpPr>
          <p:cNvPr id="20" name="TextBox 19"/>
          <p:cNvSpPr txBox="1"/>
          <p:nvPr/>
        </p:nvSpPr>
        <p:spPr>
          <a:xfrm>
            <a:off x="843280" y="15106015"/>
            <a:ext cx="9845040" cy="424180"/>
          </a:xfrm>
          <a:prstGeom prst="rect">
            <a:avLst/>
          </a:prstGeom>
          <a:noFill/>
        </p:spPr>
        <p:txBody>
          <a:bodyPr wrap="square" rtlCol="0">
            <a:spAutoFit/>
          </a:bodyPr>
          <a:lstStyle/>
          <a:p>
            <a:pPr marL="285750" indent="-285750" algn="just"/>
            <a:endParaRPr lang="en-IN" sz="2000" dirty="0">
              <a:solidFill>
                <a:srgbClr val="FF0000"/>
              </a:solidFill>
              <a:latin typeface="Times New Roman" panose="02020603050405020304" pitchFamily="18" charset="0"/>
              <a:cs typeface="Times New Roman" panose="02020603050405020304" pitchFamily="18" charset="0"/>
            </a:endParaRPr>
          </a:p>
        </p:txBody>
      </p:sp>
      <p:sp>
        <p:nvSpPr>
          <p:cNvPr id="30" name="TextBox 29"/>
          <p:cNvSpPr txBox="1"/>
          <p:nvPr/>
        </p:nvSpPr>
        <p:spPr>
          <a:xfrm>
            <a:off x="249950" y="12367052"/>
            <a:ext cx="10905368" cy="4711700"/>
          </a:xfrm>
          <a:prstGeom prst="rect">
            <a:avLst/>
          </a:prstGeom>
          <a:noFill/>
          <a:ln>
            <a:solidFill>
              <a:schemeClr val="tx1"/>
            </a:solidFill>
          </a:ln>
        </p:spPr>
        <p:txBody>
          <a:bodyPr wrap="square" rtlCol="0">
            <a:noAutofit/>
          </a:bodyPr>
          <a:lstStyle/>
          <a:p>
            <a:pPr lvl="0"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12" name="Text Box 11"/>
          <p:cNvSpPr txBox="1"/>
          <p:nvPr/>
        </p:nvSpPr>
        <p:spPr>
          <a:xfrm>
            <a:off x="396240" y="12541885"/>
            <a:ext cx="5251450" cy="4535170"/>
          </a:xfrm>
          <a:prstGeom prst="rect">
            <a:avLst/>
          </a:prstGeom>
          <a:noFill/>
        </p:spPr>
        <p:txBody>
          <a:bodyPr wrap="square" rtlCol="0">
            <a:noAutofit/>
          </a:bodyPr>
          <a:lstStyle/>
          <a:p>
            <a:pPr algn="ctr"/>
            <a:r>
              <a:rPr lang="en-US" altLang="en-US" b="1" dirty="0">
                <a:solidFill>
                  <a:srgbClr val="FF3B00"/>
                </a:solidFill>
                <a:latin typeface="Times New Roman" panose="02020603050405020304" pitchFamily="18" charset="0"/>
                <a:cs typeface="Times New Roman" panose="02020603050405020304" pitchFamily="18" charset="0"/>
              </a:rPr>
              <a:t>WORKING PROCEDURE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&amp; Preprocessing: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send text, emojis, and images via the chat interface. Text is cleaned, emojis are converted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demoji</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tokenized for TF-IDF and BERT. Images are resized, normalized, and augmented.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Inference &amp; Fusion:</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 SVM, BERT, and CNN run in parallel to classify content. Their outputs are fused using weighted averaging and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softmax</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predict cyberbullying or safe.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&amp; Feedback:</a:t>
            </a:r>
            <a:r>
              <a:rPr lang="en-US" altLang="en-US" sz="1600" dirty="0">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Bullying content appears in red for the sender and is blocked from the receiver. All flagged data is stored, alerts are triggered, and periodic retraining adapts to new trends.</a:t>
            </a:r>
          </a:p>
          <a:p>
            <a:pPr marL="0" marR="0" lvl="0" indent="0" algn="just" defTabSz="914400" rtl="0" eaLnBrk="0" fontAlgn="base" latinLnBrk="0" hangingPunct="0">
              <a:lnSpc>
                <a:spcPct val="100000"/>
              </a:lnSpc>
              <a:spcBef>
                <a:spcPct val="0"/>
              </a:spcBef>
              <a:spcAft>
                <a:spcPct val="0"/>
              </a:spcAft>
              <a:buClrTx/>
              <a:buSzTx/>
              <a:tabLst/>
            </a:pPr>
            <a:r>
              <a:rPr lang="en-US" altLang="en-US" sz="1600" dirty="0">
                <a:latin typeface="Times New Roman" panose="02020603050405020304" pitchFamily="18" charset="0"/>
                <a:cs typeface="Times New Roman" panose="02020603050405020304" pitchFamily="18" charset="0"/>
              </a:rPr>
              <a:t>                                   </a:t>
            </a:r>
            <a:r>
              <a:rPr lang="en-IN" altLang="en-US" b="1" dirty="0">
                <a:solidFill>
                  <a:srgbClr val="FF0000"/>
                </a:solidFill>
                <a:latin typeface="Times New Roman" panose="02020603050405020304" pitchFamily="18" charset="0"/>
                <a:cs typeface="Times New Roman" panose="02020603050405020304" pitchFamily="18" charset="0"/>
              </a:rPr>
              <a:t>SDG GOALS</a:t>
            </a:r>
            <a:r>
              <a:rPr lang="en-US" altLang="en-US" sz="1600" b="1" dirty="0">
                <a:solidFill>
                  <a:srgbClr val="FF0000"/>
                </a:solidFill>
                <a:latin typeface="Times New Roman" panose="02020603050405020304" pitchFamily="18" charset="0"/>
                <a:cs typeface="Times New Roman" panose="02020603050405020304" pitchFamily="18" charset="0"/>
              </a:rPr>
              <a:t> </a:t>
            </a:r>
          </a:p>
          <a:p>
            <a:r>
              <a:rPr lang="en-IN" altLang="en-US" sz="1600" b="1" dirty="0">
                <a:latin typeface="Times New Roman" panose="02020603050405020304" pitchFamily="18" charset="0"/>
                <a:cs typeface="Times New Roman" panose="02020603050405020304" pitchFamily="18" charset="0"/>
              </a:rPr>
              <a:t>1. </a:t>
            </a:r>
            <a:r>
              <a:rPr lang="en-US" altLang="en-US" sz="1600" b="1" dirty="0">
                <a:latin typeface="Times New Roman" panose="02020603050405020304" pitchFamily="18" charset="0"/>
                <a:cs typeface="Times New Roman" panose="02020603050405020304" pitchFamily="18" charset="0"/>
              </a:rPr>
              <a:t> SDG 3 – Good Health and Well-being                  </a:t>
            </a:r>
            <a:r>
              <a:rPr lang="en-US" altLang="en-US" sz="1600" dirty="0">
                <a:latin typeface="Times New Roman" panose="02020603050405020304" pitchFamily="18" charset="0"/>
                <a:cs typeface="Times New Roman" panose="02020603050405020304" pitchFamily="18" charset="0"/>
              </a:rPr>
              <a:t>Protects users' mental health by detecting and preventing harmful online behavior like bullying</a:t>
            </a:r>
            <a:r>
              <a:rPr lang="en-US" altLang="en-US" sz="1600" b="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a:t>
            </a:r>
            <a:r>
              <a:rPr lang="en-IN" altLang="en-US" sz="1600" dirty="0">
                <a:latin typeface="Times New Roman" panose="02020603050405020304" pitchFamily="18" charset="0"/>
                <a:cs typeface="Times New Roman" panose="02020603050405020304" pitchFamily="18" charset="0"/>
              </a:rPr>
              <a:t>                                                                               </a:t>
            </a:r>
            <a:endParaRPr lang="en-US" altLang="en-US" sz="1600" dirty="0">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dirty="0">
              <a:solidFill>
                <a:schemeClr val="tx1"/>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gn="l">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a:p>
            <a:pPr indent="0">
              <a:lnSpc>
                <a:spcPct val="100000"/>
              </a:lnSpc>
              <a:buFont typeface="+mj-lt"/>
              <a:buNone/>
            </a:pPr>
            <a:endParaRPr lang="en-US" altLang="en-US" sz="1600" b="1" dirty="0">
              <a:solidFill>
                <a:srgbClr val="FF0000"/>
              </a:solidFill>
              <a:latin typeface="Times New Roman" panose="02020603050405020304" pitchFamily="18" charset="0"/>
              <a:cs typeface="Times New Roman" panose="02020603050405020304" pitchFamily="18" charset="0"/>
            </a:endParaRPr>
          </a:p>
        </p:txBody>
      </p:sp>
      <p:sp>
        <p:nvSpPr>
          <p:cNvPr id="15" name="Text Box 14"/>
          <p:cNvSpPr txBox="1"/>
          <p:nvPr/>
        </p:nvSpPr>
        <p:spPr>
          <a:xfrm>
            <a:off x="5953125" y="12541885"/>
            <a:ext cx="5080635" cy="4602480"/>
          </a:xfrm>
          <a:prstGeom prst="rect">
            <a:avLst/>
          </a:prstGeom>
          <a:noFill/>
        </p:spPr>
        <p:txBody>
          <a:bodyPr wrap="square" rtlCol="0">
            <a:noAutofit/>
          </a:bodyPr>
          <a:lstStyle/>
          <a:p>
            <a:pPr algn="l"/>
            <a:r>
              <a:rPr lang="en-IN" altLang="en-US" sz="1600" b="1" dirty="0">
                <a:latin typeface="Times New Roman" panose="02020603050405020304" pitchFamily="18" charset="0"/>
                <a:cs typeface="Times New Roman" panose="02020603050405020304" pitchFamily="18" charset="0"/>
              </a:rPr>
              <a:t>2</a:t>
            </a:r>
            <a:r>
              <a:rPr lang="en-IN" altLang="en-US" sz="1600" b="1" dirty="0">
                <a:solidFill>
                  <a:schemeClr val="tx1"/>
                </a:solidFill>
                <a:latin typeface="Times New Roman" panose="02020603050405020304" pitchFamily="18" charset="0"/>
                <a:cs typeface="Times New Roman" panose="02020603050405020304" pitchFamily="18" charset="0"/>
              </a:rPr>
              <a:t>.</a:t>
            </a:r>
            <a:r>
              <a:rPr lang="en-US" altLang="en-US" sz="1600" b="1" dirty="0">
                <a:solidFill>
                  <a:schemeClr val="tx1"/>
                </a:solidFill>
                <a:latin typeface="Times New Roman" panose="02020603050405020304" pitchFamily="18" charset="0"/>
                <a:cs typeface="Times New Roman" panose="02020603050405020304" pitchFamily="18" charset="0"/>
              </a:rPr>
              <a:t> SDG 4 – Quality Education                              </a:t>
            </a:r>
          </a:p>
          <a:p>
            <a:pPr algn="l"/>
            <a:r>
              <a:rPr lang="en-US" altLang="en-US" sz="1600" dirty="0">
                <a:solidFill>
                  <a:schemeClr val="tx1"/>
                </a:solidFill>
                <a:latin typeface="Times New Roman" panose="02020603050405020304" pitchFamily="18" charset="0"/>
                <a:cs typeface="Times New Roman" panose="02020603050405020304" pitchFamily="18" charset="0"/>
              </a:rPr>
              <a:t>Supports a healthy digital learning environment, helping students focus better without fear of online abuse</a:t>
            </a:r>
          </a:p>
          <a:p>
            <a:pPr marL="312420" indent="-312420" algn="l"/>
            <a:r>
              <a:rPr lang="en-IN"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  </a:t>
            </a:r>
            <a:r>
              <a:rPr lang="en-US" b="1" dirty="0">
                <a:solidFill>
                  <a:srgbClr val="FF3B00"/>
                </a:solidFill>
                <a:latin typeface="Times New Roman" panose="02020603050405020304" pitchFamily="18" charset="0"/>
                <a:cs typeface="Times New Roman" panose="02020603050405020304" pitchFamily="18" charset="0"/>
              </a:rPr>
              <a:t>        UNIQUENESS OF THE PROJECT</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Detects cyberbullying using text, emojis, and images for high accuracy.</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Blocks bullying content for receiver while warning sender with red highlights.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Admin alerts and logs enable complaint support without exposing harmful content.</a:t>
            </a:r>
          </a:p>
          <a:p>
            <a:pPr lvl="0" algn="just" eaLnBrk="0" fontAlgn="base" hangingPunct="0">
              <a:spcBef>
                <a:spcPct val="0"/>
              </a:spcBef>
              <a:spcAft>
                <a:spcPct val="0"/>
              </a:spcAft>
            </a:pPr>
            <a:r>
              <a:rPr lang="en-US" altLang="en-US" b="1" dirty="0">
                <a:solidFill>
                  <a:srgbClr val="FF3B00"/>
                </a:solidFill>
                <a:latin typeface="Times New Roman" panose="02020603050405020304" pitchFamily="18" charset="0"/>
                <a:cs typeface="Times New Roman" panose="02020603050405020304" pitchFamily="18" charset="0"/>
                <a:sym typeface="+mn-ea"/>
              </a:rPr>
              <a:t>                            CONCLUSION</a:t>
            </a:r>
          </a:p>
          <a:p>
            <a:pPr algn="just"/>
            <a:r>
              <a:rPr lang="en-US" sz="1600" dirty="0">
                <a:latin typeface="Times New Roman" panose="02020603050405020304" pitchFamily="18" charset="0"/>
                <a:cs typeface="Times New Roman" panose="02020603050405020304" pitchFamily="18" charset="0"/>
              </a:rPr>
              <a:t>This project presents a real-time, multimodal cyberbullying detection system that analyzes text, emojis, and images to block harmful content. By integrating smart content filtering, the system alerts both the sender and the receiver. Its scalability and adaptability through retraining contribute to a safer online communication environment.</a:t>
            </a:r>
            <a:endParaRPr lang="en-US" altLang="en-US" sz="1600" dirty="0">
              <a:solidFill>
                <a:schemeClr val="tx1"/>
              </a:solidFill>
              <a:latin typeface="Times New Roman" panose="02020603050405020304" pitchFamily="18" charset="0"/>
              <a:cs typeface="Times New Roman" panose="02020603050405020304" pitchFamily="18" charset="0"/>
            </a:endParaRPr>
          </a:p>
          <a:p>
            <a:pPr algn="ctr"/>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8" name="Text Box 17"/>
          <p:cNvSpPr txBox="1"/>
          <p:nvPr/>
        </p:nvSpPr>
        <p:spPr>
          <a:xfrm>
            <a:off x="5541250" y="12561147"/>
            <a:ext cx="505460" cy="4437380"/>
          </a:xfrm>
          <a:prstGeom prst="rect">
            <a:avLst/>
          </a:prstGeom>
          <a:noFill/>
        </p:spPr>
        <p:txBody>
          <a:bodyPr vert="eaVert" wrap="square" rtlCol="0">
            <a:noAutofit/>
          </a:bodyPr>
          <a:lstStyle/>
          <a:p>
            <a:r>
              <a:rPr lang="en-US" dirty="0"/>
              <a:t>…............................................................</a:t>
            </a:r>
            <a:r>
              <a:rPr lang="en-IN" altLang="en-US" dirty="0"/>
              <a:t>............</a:t>
            </a:r>
            <a:r>
              <a:rPr lang="en-US" dirty="0"/>
              <a:t>.</a:t>
            </a:r>
          </a:p>
        </p:txBody>
      </p:sp>
      <p:grpSp>
        <p:nvGrpSpPr>
          <p:cNvPr id="11" name="Group 10"/>
          <p:cNvGrpSpPr/>
          <p:nvPr/>
        </p:nvGrpSpPr>
        <p:grpSpPr>
          <a:xfrm>
            <a:off x="5847988" y="7644106"/>
            <a:ext cx="5307330" cy="4578760"/>
            <a:chOff x="9360" y="13985"/>
            <a:chExt cx="8175" cy="6837"/>
          </a:xfrm>
        </p:grpSpPr>
        <p:sp>
          <p:nvSpPr>
            <p:cNvPr id="14" name="Rectangle 13"/>
            <p:cNvSpPr/>
            <p:nvPr/>
          </p:nvSpPr>
          <p:spPr>
            <a:xfrm>
              <a:off x="9360" y="13985"/>
              <a:ext cx="8161" cy="6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Box 3"/>
            <p:cNvSpPr txBox="1"/>
            <p:nvPr/>
          </p:nvSpPr>
          <p:spPr>
            <a:xfrm>
              <a:off x="9360" y="14036"/>
              <a:ext cx="8175" cy="694"/>
            </a:xfrm>
            <a:prstGeom prst="rect">
              <a:avLst/>
            </a:prstGeom>
            <a:noFill/>
          </p:spPr>
          <p:txBody>
            <a:bodyPr wrap="square" rtlCol="0">
              <a:noAutofit/>
            </a:bodyPr>
            <a:lstStyle/>
            <a:p>
              <a:pPr algn="ctr"/>
              <a:r>
                <a:rPr lang="en-US" b="1" dirty="0">
                  <a:solidFill>
                    <a:srgbClr val="FF0000"/>
                  </a:solidFill>
                  <a:latin typeface="Times New Roman" panose="02020603050405020304" pitchFamily="18" charset="0"/>
                  <a:cs typeface="Times New Roman" panose="02020603050405020304" pitchFamily="18" charset="0"/>
                </a:rPr>
                <a:t>PROPOSED SYSTEM</a:t>
              </a:r>
            </a:p>
          </p:txBody>
        </p:sp>
      </p:grpSp>
      <p:pic>
        <p:nvPicPr>
          <p:cNvPr id="17" name="Image 2"/>
          <p:cNvPicPr/>
          <p:nvPr/>
        </p:nvPicPr>
        <p:blipFill>
          <a:blip r:embed="rId2" cstate="print"/>
          <a:stretch>
            <a:fillRect/>
          </a:stretch>
        </p:blipFill>
        <p:spPr>
          <a:xfrm>
            <a:off x="0" y="0"/>
            <a:ext cx="11438890" cy="1581785"/>
          </a:xfrm>
          <a:prstGeom prst="rect">
            <a:avLst/>
          </a:prstGeom>
        </p:spPr>
      </p:pic>
      <p:sp>
        <p:nvSpPr>
          <p:cNvPr id="19" name="Text Box 18"/>
          <p:cNvSpPr txBox="1"/>
          <p:nvPr/>
        </p:nvSpPr>
        <p:spPr>
          <a:xfrm>
            <a:off x="2918006" y="2452597"/>
            <a:ext cx="4133850" cy="369332"/>
          </a:xfrm>
          <a:prstGeom prst="rect">
            <a:avLst/>
          </a:prstGeom>
          <a:noFill/>
        </p:spPr>
        <p:txBody>
          <a:bodyPr wrap="square" rtlCol="0">
            <a:spAutoFit/>
          </a:bodyPr>
          <a:lstStyle/>
          <a:p>
            <a:pPr algn="ct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ACADEMIC YEAR : 2024-2025</a:t>
            </a:r>
          </a:p>
        </p:txBody>
      </p:sp>
      <p:sp>
        <p:nvSpPr>
          <p:cNvPr id="24" name="AutoShape 2">
            <a:extLst>
              <a:ext uri="{FF2B5EF4-FFF2-40B4-BE49-F238E27FC236}">
                <a16:creationId xmlns:a16="http://schemas.microsoft.com/office/drawing/2014/main" id="{A9442B8A-AC83-9B11-AFD6-5836420BFE3A}"/>
              </a:ext>
            </a:extLst>
          </p:cNvPr>
          <p:cNvSpPr>
            <a:spLocks noChangeAspect="1" noChangeArrowheads="1"/>
          </p:cNvSpPr>
          <p:nvPr/>
        </p:nvSpPr>
        <p:spPr bwMode="auto">
          <a:xfrm>
            <a:off x="2324100" y="1027366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3" name="AutoShape 6">
            <a:extLst>
              <a:ext uri="{FF2B5EF4-FFF2-40B4-BE49-F238E27FC236}">
                <a16:creationId xmlns:a16="http://schemas.microsoft.com/office/drawing/2014/main" id="{0B853ADF-0E96-291D-FAAF-769443169ED7}"/>
              </a:ext>
            </a:extLst>
          </p:cNvPr>
          <p:cNvSpPr>
            <a:spLocks noChangeAspect="1" noChangeArrowheads="1"/>
          </p:cNvSpPr>
          <p:nvPr/>
        </p:nvSpPr>
        <p:spPr bwMode="auto">
          <a:xfrm>
            <a:off x="5562600" y="8534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E795EDC4-ADBC-312F-6233-48A80857FE73}"/>
              </a:ext>
            </a:extLst>
          </p:cNvPr>
          <p:cNvPicPr>
            <a:picLocks noChangeAspect="1"/>
          </p:cNvPicPr>
          <p:nvPr/>
        </p:nvPicPr>
        <p:blipFill>
          <a:blip r:embed="rId3"/>
          <a:stretch>
            <a:fillRect/>
          </a:stretch>
        </p:blipFill>
        <p:spPr>
          <a:xfrm>
            <a:off x="2257660" y="8128042"/>
            <a:ext cx="1320692" cy="3740015"/>
          </a:xfrm>
          <a:prstGeom prst="rect">
            <a:avLst/>
          </a:prstGeom>
        </p:spPr>
      </p:pic>
      <p:pic>
        <p:nvPicPr>
          <p:cNvPr id="25" name="Picture 24">
            <a:extLst>
              <a:ext uri="{FF2B5EF4-FFF2-40B4-BE49-F238E27FC236}">
                <a16:creationId xmlns:a16="http://schemas.microsoft.com/office/drawing/2014/main" id="{93E7FB0E-27F0-9B77-D481-8CEFB6667653}"/>
              </a:ext>
            </a:extLst>
          </p:cNvPr>
          <p:cNvPicPr>
            <a:picLocks noChangeAspect="1"/>
          </p:cNvPicPr>
          <p:nvPr/>
        </p:nvPicPr>
        <p:blipFill>
          <a:blip r:embed="rId4"/>
          <a:stretch>
            <a:fillRect/>
          </a:stretch>
        </p:blipFill>
        <p:spPr>
          <a:xfrm>
            <a:off x="5953124" y="8405547"/>
            <a:ext cx="5080636" cy="31311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524</Words>
  <Application>Microsoft Office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CYBERBULLYING DETECTION USING BIDIRECTIONAL ENCODER REPRESENTATIONS FROM TRANSFORMERS MULTIMODEL ASPECTS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WEBSITE DETECTION USING MACHINE LEARNING</dc:title>
  <dc:creator>Praveen Ramadoss</dc:creator>
  <cp:lastModifiedBy>Hemasree G</cp:lastModifiedBy>
  <cp:revision>21</cp:revision>
  <dcterms:created xsi:type="dcterms:W3CDTF">2025-04-20T07:05:00Z</dcterms:created>
  <dcterms:modified xsi:type="dcterms:W3CDTF">2025-05-07T21:45:52Z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F9A9EC861A4544A49C8507900FC9B3C5_13</vt:lpwstr>
  </property>
  <property fmtid="{D5CDD505-2E9C-101B-9397-08002B2CF9AE}" pid="3" name="KSOProductBuildVer">
    <vt:lpwstr>1033-12.2.0.20795</vt:lpwstr>
  </property>
</Properties>
</file>